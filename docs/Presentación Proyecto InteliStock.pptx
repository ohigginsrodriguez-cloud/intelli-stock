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InteliStock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A86B"/>
                </a:solidFill>
                <a:latin typeface="Calibri Light"/>
              </a:defRPr>
            </a:pPr>
            <a:r>
              <a:t>Sistema Inteligente de Gestión de Inventarios para PYMEs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274320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INNOVATEC 2026  |  ITSVA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Elaboradores: (nombre del equipo InteliStock)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Asesores: (nombre de asesores)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01    PROBLEMÁTICA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02    NUESTRA SOLUCIÓN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03    PROPUESTA DE VALOR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04    OPERACIÓN Y FUNCIONAMIENTO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05    DIFERENCIADOR Y COMPARATIVA DE COSTOS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06    SEGMENTO DE MERCADO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07    MERCADO OBJETIVO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08    IMPACTO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01    Problemática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8C00"/>
                </a:solidFill>
                <a:latin typeface="Calibri"/>
              </a:defRPr>
            </a:pPr>
            <a:r>
              <a:t>"El inventario descontrolado también puede enfermar un negocio"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Económicas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Pérdidas por caducidad y merma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Capital inmovilizado en stock innecesario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Rotura de stock → pérdida de ventas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Operativas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Control manual en hojas de cálculo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Dificultad en detectar baja rotación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Tiempo excesivo en conteos físicos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Sociales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4.1M PYMEs en México enfrentan estos problemas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60% no lleva control sistematizado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Decisiones basadas en intuición, no en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Fuente: INEGI (2023); Secretaría de Economía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02    Nuestra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A86B"/>
                </a:solidFill>
                <a:latin typeface="Calibri"/>
              </a:defRPr>
            </a:pPr>
            <a:r>
              <a:t>InteliStock: plataforma digital que analiza ventas, alerta sobre stock crítico y recomienda decisiones de inventario.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Dashboard con KPIs en tiempo real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Módulo de productos con alertas automáticas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Módulo de ventas con descuento automático de stock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Módulo de compras con control de proveedores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7 reglas de alertas inteligentes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6. Recomendaciones automatizadas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7. Reportes exportables (CSV, PDF)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8. Predicciones de demanda (promedio móvil simple)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03    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86B"/>
                </a:solidFill>
                <a:latin typeface="Calibri"/>
              </a:defRPr>
            </a:pPr>
            <a:r>
              <a:t>No solo registramos inventario — interpretamos los datos para convertirlos en decisiones claras y útiles.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Elimina conjeturas en la gestión de inventarios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Previene pérdidas por caducidad y desabasto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Alertas y recomendaciones sin intervención humana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Sin conocimientos técnicos ni de ML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Accesible económicamente para pequeños negocios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04    Operación y Funcionamiento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 Registro de ventas y compras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 Backend Django procesa los datos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 Motor de alertas evalúa 7 reglas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 Generación de alertas y recomendaciones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 Frontend muestra dashboard y notificaciones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 Usuario toma decisiones informadas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El sistema opera 24/7 — cada venta y compra actualiza el inventario y genera inteligencia de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05    Diferenciador y Comparativa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18872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Soluciones Tradicionales</a:t>
                      </a:r>
                    </a:p>
                  </a:txBody>
                  <a:tcPr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InteliStock</a:t>
                      </a:r>
                    </a:p>
                  </a:txBody>
                  <a:tcPr>
                    <a:solidFill>
                      <a:srgbClr val="003F7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Enfoque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ERP complejos para grandes empresas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PYMEs locales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Costo mensual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$800–$3,000 MXN por usuario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$0 (autogestionado)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Alertas automáticas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Limitadas o nulas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 reglas inteligentes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Predicciones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ML externo (costo extra)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Promedio móvil integrado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Reportes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Básicos o de pago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CSV, PDF, dashboard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Interfaz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Compleja, requiere capacitación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Español, sencilla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Instalación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Días o semanas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Minutos con run.sh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06    Segmento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4.1 millones de PYMEs en México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Representan el 52% del PIB y 68% del empleo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Negocios de 1–50 empleados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Sectores: comercio, restaurantero, abarrotes, ferreterías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Facturación anual: $200k–$10M MXN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Creciente interés en digitalización (Industria 4.0)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Fuente: Secretaría de Economía, 2024; INEGI,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07    Mercado Objetivo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6459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8001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003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03F7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TAM (Total Addressable Market)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4.1 millones de PYMEs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SAM (Serviceable Available Market)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~1.23 millones (30%)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SOM (Serviceable Obtainable Market)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~9,225 unidades en año 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08   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86B"/>
                </a:solidFill>
                <a:latin typeface="Calibri"/>
              </a:defRPr>
            </a:pPr>
            <a:r>
              <a:t>Económico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-20–40% pérdidas por caducidad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Mejor flujo de efectivo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+ventas al evitar rotura de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86B"/>
                </a:solidFill>
                <a:latin typeface="Calibri"/>
              </a:defRPr>
            </a:pPr>
            <a:r>
              <a:t>Operativo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Sin conteos manuales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Decisiones basadas en datos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Alertas proactivas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86B"/>
                </a:solidFill>
                <a:latin typeface="Calibri"/>
              </a:defRPr>
            </a:pPr>
            <a:r>
              <a:t>Educativo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Desarrollo full-stack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IA en contexto real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Código abierto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 Light"/>
              </a:defRPr>
            </a:pPr>
            <a:r>
              <a:t>"El inventario es el corazón del negocio,</a:t>
            </a:r>
            <a:br/>
            <a:r>
              <a:t>la tecnología la herramienta</a:t>
            </a:r>
            <a:br/>
            <a:r>
              <a:t>y los jóvenes la fuerza de cambio."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Muchas 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INNOVATEC 2026  |  ITSVA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INEGI (2023). Estadísticas sobre PYMEs en México.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Secretaría de Economía (2024). Programa de Digitalización de PYMEs.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Django Software Foundation (2025). Django 5.2 Documentation.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Vercel (2025). Next.js 16 Documentation.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PostgreSQL Global Development Group (2025). PostgreSQL 16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